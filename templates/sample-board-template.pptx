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ptos"/>
              </a:rPr>
              <a:t>Board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CADCFC"/>
                </a:solidFill>
                <a:latin typeface="Aptos"/>
              </a:rPr>
              <a:t>Customer-ready demo template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206240"/>
            <a:ext cx="9144000" cy="960120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Board Template</dc:title>
  <dc:subject>Template fixture for Foundry PPTX Agent</dc:subject>
  <dc:creator>Foundry PPTX Agent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